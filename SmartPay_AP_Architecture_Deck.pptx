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NATHAN SUBRAMANIAN" userId="4dc3aa1dcff42899" providerId="LiveId" clId="{3E828796-FC1C-4135-8E57-C6ADC62873BE}"/>
    <pc:docChg chg="custSel addSld delSld modSld">
      <pc:chgData name="NAGANATHAN SUBRAMANIAN" userId="4dc3aa1dcff42899" providerId="LiveId" clId="{3E828796-FC1C-4135-8E57-C6ADC62873BE}" dt="2026-05-10T14:52:22.449" v="120" actId="255"/>
      <pc:docMkLst>
        <pc:docMk/>
      </pc:docMkLst>
      <pc:sldChg chg="new del">
        <pc:chgData name="NAGANATHAN SUBRAMANIAN" userId="4dc3aa1dcff42899" providerId="LiveId" clId="{3E828796-FC1C-4135-8E57-C6ADC62873BE}" dt="2026-05-10T14:50:02.082" v="1" actId="47"/>
        <pc:sldMkLst>
          <pc:docMk/>
          <pc:sldMk cId="2642190528" sldId="265"/>
        </pc:sldMkLst>
      </pc:sldChg>
      <pc:sldChg chg="delSp modSp add mod">
        <pc:chgData name="NAGANATHAN SUBRAMANIAN" userId="4dc3aa1dcff42899" providerId="LiveId" clId="{3E828796-FC1C-4135-8E57-C6ADC62873BE}" dt="2026-05-10T14:52:22.449" v="120" actId="255"/>
        <pc:sldMkLst>
          <pc:docMk/>
          <pc:sldMk cId="4121102034" sldId="265"/>
        </pc:sldMkLst>
        <pc:spChg chg="mod">
          <ac:chgData name="NAGANATHAN SUBRAMANIAN" userId="4dc3aa1dcff42899" providerId="LiveId" clId="{3E828796-FC1C-4135-8E57-C6ADC62873BE}" dt="2026-05-10T14:52:22.449" v="120" actId="255"/>
          <ac:spMkLst>
            <pc:docMk/>
            <pc:sldMk cId="4121102034" sldId="265"/>
            <ac:spMk id="2" creationId="{6C3FF315-A292-E5B6-6B1C-A1ED14044D26}"/>
          </ac:spMkLst>
        </pc:spChg>
        <pc:spChg chg="del mod">
          <ac:chgData name="NAGANATHAN SUBRAMANIAN" userId="4dc3aa1dcff42899" providerId="LiveId" clId="{3E828796-FC1C-4135-8E57-C6ADC62873BE}" dt="2026-05-10T14:50:31.467" v="36"/>
          <ac:spMkLst>
            <pc:docMk/>
            <pc:sldMk cId="4121102034" sldId="265"/>
            <ac:spMk id="3" creationId="{7DDB4957-B927-2FA6-C201-E3D25CD80743}"/>
          </ac:spMkLst>
        </pc:spChg>
        <pc:spChg chg="del">
          <ac:chgData name="NAGANATHAN SUBRAMANIAN" userId="4dc3aa1dcff42899" providerId="LiveId" clId="{3E828796-FC1C-4135-8E57-C6ADC62873BE}" dt="2026-05-10T14:50:31.451" v="34" actId="478"/>
          <ac:spMkLst>
            <pc:docMk/>
            <pc:sldMk cId="4121102034" sldId="265"/>
            <ac:spMk id="4" creationId="{E4F0ED6D-359F-8713-36BE-474312E8E011}"/>
          </ac:spMkLst>
        </pc:spChg>
        <pc:spChg chg="del">
          <ac:chgData name="NAGANATHAN SUBRAMANIAN" userId="4dc3aa1dcff42899" providerId="LiveId" clId="{3E828796-FC1C-4135-8E57-C6ADC62873BE}" dt="2026-05-10T14:51:03.221" v="43" actId="478"/>
          <ac:spMkLst>
            <pc:docMk/>
            <pc:sldMk cId="4121102034" sldId="265"/>
            <ac:spMk id="5" creationId="{10CA0D10-78B4-ED3C-4E91-3E8F40E7D6FA}"/>
          </ac:spMkLst>
        </pc:spChg>
        <pc:spChg chg="del">
          <ac:chgData name="NAGANATHAN SUBRAMANIAN" userId="4dc3aa1dcff42899" providerId="LiveId" clId="{3E828796-FC1C-4135-8E57-C6ADC62873BE}" dt="2026-05-10T14:50:36.031" v="37" actId="478"/>
          <ac:spMkLst>
            <pc:docMk/>
            <pc:sldMk cId="4121102034" sldId="265"/>
            <ac:spMk id="6" creationId="{90718842-9AA6-6082-5F57-8DFFF7ADF7CB}"/>
          </ac:spMkLst>
        </pc:spChg>
        <pc:spChg chg="del mod">
          <ac:chgData name="NAGANATHAN SUBRAMANIAN" userId="4dc3aa1dcff42899" providerId="LiveId" clId="{3E828796-FC1C-4135-8E57-C6ADC62873BE}" dt="2026-05-10T14:51:17.472" v="60"/>
          <ac:spMkLst>
            <pc:docMk/>
            <pc:sldMk cId="4121102034" sldId="265"/>
            <ac:spMk id="7" creationId="{156ED3AE-F9BD-C8D5-839E-FC05B7F26192}"/>
          </ac:spMkLst>
        </pc:spChg>
        <pc:spChg chg="del">
          <ac:chgData name="NAGANATHAN SUBRAMANIAN" userId="4dc3aa1dcff42899" providerId="LiveId" clId="{3E828796-FC1C-4135-8E57-C6ADC62873BE}" dt="2026-05-10T14:50:39.970" v="38" actId="478"/>
          <ac:spMkLst>
            <pc:docMk/>
            <pc:sldMk cId="4121102034" sldId="265"/>
            <ac:spMk id="8" creationId="{2CC65E58-83F8-C98D-674E-BDA09323494C}"/>
          </ac:spMkLst>
        </pc:spChg>
        <pc:spChg chg="del mod">
          <ac:chgData name="NAGANATHAN SUBRAMANIAN" userId="4dc3aa1dcff42899" providerId="LiveId" clId="{3E828796-FC1C-4135-8E57-C6ADC62873BE}" dt="2026-05-10T14:51:17.472" v="62"/>
          <ac:spMkLst>
            <pc:docMk/>
            <pc:sldMk cId="4121102034" sldId="265"/>
            <ac:spMk id="9" creationId="{8466F800-5E5F-3DAC-08DF-9B7471693F07}"/>
          </ac:spMkLst>
        </pc:spChg>
        <pc:spChg chg="del">
          <ac:chgData name="NAGANATHAN SUBRAMANIAN" userId="4dc3aa1dcff42899" providerId="LiveId" clId="{3E828796-FC1C-4135-8E57-C6ADC62873BE}" dt="2026-05-10T14:50:43.178" v="39" actId="478"/>
          <ac:spMkLst>
            <pc:docMk/>
            <pc:sldMk cId="4121102034" sldId="265"/>
            <ac:spMk id="10" creationId="{4837E447-E353-8430-156F-D06ADE86A0EB}"/>
          </ac:spMkLst>
        </pc:spChg>
        <pc:spChg chg="del">
          <ac:chgData name="NAGANATHAN SUBRAMANIAN" userId="4dc3aa1dcff42899" providerId="LiveId" clId="{3E828796-FC1C-4135-8E57-C6ADC62873BE}" dt="2026-05-10T14:51:17.472" v="58" actId="478"/>
          <ac:spMkLst>
            <pc:docMk/>
            <pc:sldMk cId="4121102034" sldId="265"/>
            <ac:spMk id="11" creationId="{4168FC05-C3DC-789C-B2A0-376ECECAE584}"/>
          </ac:spMkLst>
        </pc:spChg>
        <pc:spChg chg="del">
          <ac:chgData name="NAGANATHAN SUBRAMANIAN" userId="4dc3aa1dcff42899" providerId="LiveId" clId="{3E828796-FC1C-4135-8E57-C6ADC62873BE}" dt="2026-05-10T14:50:49.945" v="40" actId="478"/>
          <ac:spMkLst>
            <pc:docMk/>
            <pc:sldMk cId="4121102034" sldId="265"/>
            <ac:spMk id="12" creationId="{C6812936-288F-0585-8E9D-03A96CFEA483}"/>
          </ac:spMkLst>
        </pc:spChg>
        <pc:spChg chg="del mod">
          <ac:chgData name="NAGANATHAN SUBRAMANIAN" userId="4dc3aa1dcff42899" providerId="LiveId" clId="{3E828796-FC1C-4135-8E57-C6ADC62873BE}" dt="2026-05-10T14:51:38.460" v="101"/>
          <ac:spMkLst>
            <pc:docMk/>
            <pc:sldMk cId="4121102034" sldId="265"/>
            <ac:spMk id="13" creationId="{92698E16-0BB7-66E9-CC43-0A8F9D1CC142}"/>
          </ac:spMkLst>
        </pc:spChg>
        <pc:spChg chg="del">
          <ac:chgData name="NAGANATHAN SUBRAMANIAN" userId="4dc3aa1dcff42899" providerId="LiveId" clId="{3E828796-FC1C-4135-8E57-C6ADC62873BE}" dt="2026-05-10T14:50:53.415" v="41" actId="478"/>
          <ac:spMkLst>
            <pc:docMk/>
            <pc:sldMk cId="4121102034" sldId="265"/>
            <ac:spMk id="14" creationId="{DBD129A6-DF48-5E11-086A-7FF09669E8C7}"/>
          </ac:spMkLst>
        </pc:spChg>
        <pc:spChg chg="del mod">
          <ac:chgData name="NAGANATHAN SUBRAMANIAN" userId="4dc3aa1dcff42899" providerId="LiveId" clId="{3E828796-FC1C-4135-8E57-C6ADC62873BE}" dt="2026-05-10T14:51:38.460" v="103"/>
          <ac:spMkLst>
            <pc:docMk/>
            <pc:sldMk cId="4121102034" sldId="265"/>
            <ac:spMk id="15" creationId="{4CAB0483-C94E-18F2-D643-06609A0D24AB}"/>
          </ac:spMkLst>
        </pc:spChg>
        <pc:spChg chg="del">
          <ac:chgData name="NAGANATHAN SUBRAMANIAN" userId="4dc3aa1dcff42899" providerId="LiveId" clId="{3E828796-FC1C-4135-8E57-C6ADC62873BE}" dt="2026-05-10T14:50:57.360" v="42" actId="478"/>
          <ac:spMkLst>
            <pc:docMk/>
            <pc:sldMk cId="4121102034" sldId="265"/>
            <ac:spMk id="16" creationId="{E7D9D84F-6098-40E8-C549-7284C3922B31}"/>
          </ac:spMkLst>
        </pc:spChg>
        <pc:spChg chg="del mod">
          <ac:chgData name="NAGANATHAN SUBRAMANIAN" userId="4dc3aa1dcff42899" providerId="LiveId" clId="{3E828796-FC1C-4135-8E57-C6ADC62873BE}" dt="2026-05-10T14:51:46.911" v="106"/>
          <ac:spMkLst>
            <pc:docMk/>
            <pc:sldMk cId="4121102034" sldId="265"/>
            <ac:spMk id="17" creationId="{472F8CB2-3D5A-BB2C-1C4F-509265840AF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SmartPay 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Agentic AI Platform for Autonomous Accounts Payable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rPr dirty="0"/>
              <a:t>• 1M+ invoices/month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rPr dirty="0"/>
              <a:t>• 25 Countries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36499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Autonomous AP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7B1FA2"/>
                </a:solidFill>
              </a:defRPr>
            </a:pPr>
            <a:r>
              <a:t>Key AP Pain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rPr dirty="0"/>
              <a:t>• Manual invoice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High exception rates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36499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rPr dirty="0"/>
              <a:t>• Fraud &amp; duplicate invoices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8795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Delayed approvals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01091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ERP complexity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Vision of SmartPay 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9688"/>
                </a:solidFill>
              </a:defRPr>
            </a:pPr>
            <a:r>
              <a:t>Future-State Intelligent 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Touchless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AI-driven invoice understanding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36499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Autonomous workflows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8795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Continuous learning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F00"/>
          </a:solidFill>
          <a:ln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F00"/>
                </a:solidFill>
              </a:defRPr>
            </a:pPr>
            <a:r>
              <a:t>End-to-End Intelligent AP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FF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Vendor Channels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FF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Document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FF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36499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ERP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FF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8795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Decision Hub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FF6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01091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Workflow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Core Agentic AI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62828"/>
                </a:solidFill>
              </a:defRPr>
            </a:pPr>
            <a:r>
              <a:t>AI Agent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Extraction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Validation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36499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Fraud Detection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8795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Workflow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01091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Communication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Security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Enterprise-Grade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Zero Trust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RBAC &amp; Encryption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36499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AI Audit Trails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8795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GDPR &amp; SOC2 Compliance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ROI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47A1"/>
                </a:solidFill>
              </a:defRPr>
            </a:pPr>
            <a:r>
              <a:t>Business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90% touchless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60% cost reduction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36499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1-day invoice turnaround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8795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Improved vendor satisfaction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A148C"/>
          </a:solidFill>
          <a:ln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A148C"/>
                </a:solidFill>
              </a:defRPr>
            </a:pPr>
            <a:r>
              <a:t>Transformation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4A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Phase 1: 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4A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Phase 2: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7315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4A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36499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Phase 3: Autonomous 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SmartPay AP – Architecture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097280"/>
            <a:ext cx="36576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68880" y="1207007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Vendor Channels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828800"/>
            <a:ext cx="36576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68880" y="193852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Ingestion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560320"/>
            <a:ext cx="36576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68880" y="26700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Document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3291839"/>
            <a:ext cx="36576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340156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ERP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4023359"/>
            <a:ext cx="36576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0" y="4133087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Decision Hub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4754879"/>
            <a:ext cx="36576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68880" y="4864607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Workflow &amp; Communication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5486399"/>
            <a:ext cx="36576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68880" y="5596127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Enterprise Platforms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3DC1EB-FF8E-C6D0-BD35-417B27187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3FF315-A292-E5B6-6B1C-A1ED14044D26}"/>
              </a:ext>
            </a:extLst>
          </p:cNvPr>
          <p:cNvSpPr/>
          <p:nvPr/>
        </p:nvSpPr>
        <p:spPr>
          <a:xfrm>
            <a:off x="0" y="2697480"/>
            <a:ext cx="9144000" cy="731520"/>
          </a:xfrm>
          <a:prstGeom prst="rect">
            <a:avLst/>
          </a:prstGeom>
          <a:solidFill>
            <a:srgbClr val="1565C0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THANK YOU 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4121102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198</Words>
  <Application>Microsoft Office PowerPoint</Application>
  <PresentationFormat>On-screen Show (4:3)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NAGANATHAN SUBRAMANIAN</cp:lastModifiedBy>
  <cp:revision>1</cp:revision>
  <dcterms:created xsi:type="dcterms:W3CDTF">2013-01-27T09:14:16Z</dcterms:created>
  <dcterms:modified xsi:type="dcterms:W3CDTF">2026-05-10T14:52:22Z</dcterms:modified>
  <cp:category/>
</cp:coreProperties>
</file>